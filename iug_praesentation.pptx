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60" r:id="rId4"/>
    <p:sldId id="259" r:id="rId5"/>
    <p:sldId id="264" r:id="rId6"/>
    <p:sldId id="257" r:id="rId7"/>
    <p:sldId id="26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188FEA-D539-D69A-20A8-E7F33E1350CE}" name="Ross iesh Herberigs" initials="RH" userId="032d803496f8a7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2F"/>
    <a:srgbClr val="621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2B0FA5-3755-459D-A02E-533C694CD19C}" v="3" dt="2026-07-07T10:12:41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Herberigs" userId="263547b9-6f8c-4963-a86c-d378a156a549" providerId="ADAL" clId="{C25A79F0-731D-4204-BC5C-76F5FA01156D}"/>
    <pc:docChg chg="undo custSel mod addSld delSld modSld sldOrd">
      <pc:chgData name="Ross Herberigs" userId="263547b9-6f8c-4963-a86c-d378a156a549" providerId="ADAL" clId="{C25A79F0-731D-4204-BC5C-76F5FA01156D}" dt="2026-07-07T10:12:41.139" v="463"/>
      <pc:docMkLst>
        <pc:docMk/>
      </pc:docMkLst>
      <pc:sldChg chg="modTransition">
        <pc:chgData name="Ross Herberigs" userId="263547b9-6f8c-4963-a86c-d378a156a549" providerId="ADAL" clId="{C25A79F0-731D-4204-BC5C-76F5FA01156D}" dt="2026-07-06T14:23:57.620" v="82"/>
        <pc:sldMkLst>
          <pc:docMk/>
          <pc:sldMk cId="1145638441" sldId="256"/>
        </pc:sldMkLst>
      </pc:sldChg>
      <pc:sldChg chg="modSp mod ord modTransition">
        <pc:chgData name="Ross Herberigs" userId="263547b9-6f8c-4963-a86c-d378a156a549" providerId="ADAL" clId="{C25A79F0-731D-4204-BC5C-76F5FA01156D}" dt="2026-07-07T06:51:27.405" v="462"/>
        <pc:sldMkLst>
          <pc:docMk/>
          <pc:sldMk cId="2976888035" sldId="257"/>
        </pc:sldMkLst>
        <pc:spChg chg="mod">
          <ac:chgData name="Ross Herberigs" userId="263547b9-6f8c-4963-a86c-d378a156a549" providerId="ADAL" clId="{C25A79F0-731D-4204-BC5C-76F5FA01156D}" dt="2026-07-06T14:33:49.394" v="263" actId="5793"/>
          <ac:spMkLst>
            <pc:docMk/>
            <pc:sldMk cId="2976888035" sldId="257"/>
            <ac:spMk id="3" creationId="{82452959-2992-2600-6BA9-C11BDD94ACAC}"/>
          </ac:spMkLst>
        </pc:spChg>
      </pc:sldChg>
      <pc:sldChg chg="modSp mod modTransition">
        <pc:chgData name="Ross Herberigs" userId="263547b9-6f8c-4963-a86c-d378a156a549" providerId="ADAL" clId="{C25A79F0-731D-4204-BC5C-76F5FA01156D}" dt="2026-07-06T14:30:07.785" v="154" actId="20577"/>
        <pc:sldMkLst>
          <pc:docMk/>
          <pc:sldMk cId="740013017" sldId="259"/>
        </pc:sldMkLst>
        <pc:spChg chg="mod">
          <ac:chgData name="Ross Herberigs" userId="263547b9-6f8c-4963-a86c-d378a156a549" providerId="ADAL" clId="{C25A79F0-731D-4204-BC5C-76F5FA01156D}" dt="2026-07-06T14:30:07.785" v="154" actId="20577"/>
          <ac:spMkLst>
            <pc:docMk/>
            <pc:sldMk cId="740013017" sldId="259"/>
            <ac:spMk id="3" creationId="{B14BC89D-2A8C-CD35-6189-0EEF70D74D21}"/>
          </ac:spMkLst>
        </pc:spChg>
      </pc:sldChg>
      <pc:sldChg chg="modSp mod modTransition">
        <pc:chgData name="Ross Herberigs" userId="263547b9-6f8c-4963-a86c-d378a156a549" providerId="ADAL" clId="{C25A79F0-731D-4204-BC5C-76F5FA01156D}" dt="2026-07-06T14:47:47.505" v="458" actId="1036"/>
        <pc:sldMkLst>
          <pc:docMk/>
          <pc:sldMk cId="4168407949" sldId="260"/>
        </pc:sldMkLst>
        <pc:spChg chg="mod">
          <ac:chgData name="Ross Herberigs" userId="263547b9-6f8c-4963-a86c-d378a156a549" providerId="ADAL" clId="{C25A79F0-731D-4204-BC5C-76F5FA01156D}" dt="2026-07-06T14:47:47.505" v="458" actId="1036"/>
          <ac:spMkLst>
            <pc:docMk/>
            <pc:sldMk cId="4168407949" sldId="260"/>
            <ac:spMk id="3" creationId="{2495A734-4D25-D7C7-0CF3-45FA530B7EE1}"/>
          </ac:spMkLst>
        </pc:spChg>
      </pc:sldChg>
      <pc:sldChg chg="modSp mod modTransition">
        <pc:chgData name="Ross Herberigs" userId="263547b9-6f8c-4963-a86c-d378a156a549" providerId="ADAL" clId="{C25A79F0-731D-4204-BC5C-76F5FA01156D}" dt="2026-07-06T14:40:07.088" v="274" actId="12"/>
        <pc:sldMkLst>
          <pc:docMk/>
          <pc:sldMk cId="2797207159" sldId="262"/>
        </pc:sldMkLst>
        <pc:spChg chg="mod">
          <ac:chgData name="Ross Herberigs" userId="263547b9-6f8c-4963-a86c-d378a156a549" providerId="ADAL" clId="{C25A79F0-731D-4204-BC5C-76F5FA01156D}" dt="2026-07-06T14:40:07.088" v="274" actId="12"/>
          <ac:spMkLst>
            <pc:docMk/>
            <pc:sldMk cId="2797207159" sldId="262"/>
            <ac:spMk id="3" creationId="{5D19EFD4-630C-4570-E441-4576DFBFD0EC}"/>
          </ac:spMkLst>
        </pc:spChg>
      </pc:sldChg>
      <pc:sldChg chg="modTransition">
        <pc:chgData name="Ross Herberigs" userId="263547b9-6f8c-4963-a86c-d378a156a549" providerId="ADAL" clId="{C25A79F0-731D-4204-BC5C-76F5FA01156D}" dt="2026-07-06T14:23:57.620" v="82"/>
        <pc:sldMkLst>
          <pc:docMk/>
          <pc:sldMk cId="3956149472" sldId="264"/>
        </pc:sldMkLst>
      </pc:sldChg>
      <pc:sldChg chg="modSp mod modTransition">
        <pc:chgData name="Ross Herberigs" userId="263547b9-6f8c-4963-a86c-d378a156a549" providerId="ADAL" clId="{C25A79F0-731D-4204-BC5C-76F5FA01156D}" dt="2026-07-06T14:23:57.620" v="82"/>
        <pc:sldMkLst>
          <pc:docMk/>
          <pc:sldMk cId="2232134952" sldId="265"/>
        </pc:sldMkLst>
        <pc:spChg chg="mod">
          <ac:chgData name="Ross Herberigs" userId="263547b9-6f8c-4963-a86c-d378a156a549" providerId="ADAL" clId="{C25A79F0-731D-4204-BC5C-76F5FA01156D}" dt="2026-07-01T10:57:48.971" v="73" actId="20577"/>
          <ac:spMkLst>
            <pc:docMk/>
            <pc:sldMk cId="2232134952" sldId="265"/>
            <ac:spMk id="2" creationId="{1161FBEF-FE33-139C-A1F2-AA3A21640C08}"/>
          </ac:spMkLst>
        </pc:spChg>
      </pc:sldChg>
      <pc:sldChg chg="add del">
        <pc:chgData name="Ross Herberigs" userId="263547b9-6f8c-4963-a86c-d378a156a549" providerId="ADAL" clId="{C25A79F0-731D-4204-BC5C-76F5FA01156D}" dt="2026-07-06T14:40:12.701" v="275" actId="2696"/>
        <pc:sldMkLst>
          <pc:docMk/>
          <pc:sldMk cId="1895945927" sldId="266"/>
        </pc:sldMkLst>
      </pc:sldChg>
      <pc:sldChg chg="add">
        <pc:chgData name="Ross Herberigs" userId="263547b9-6f8c-4963-a86c-d378a156a549" providerId="ADAL" clId="{C25A79F0-731D-4204-BC5C-76F5FA01156D}" dt="2026-07-07T10:12:41.139" v="463"/>
        <pc:sldMkLst>
          <pc:docMk/>
          <pc:sldMk cId="1078606545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8C1F-807F-4BE5-9BC1-2D205F68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E6062-71ED-19CC-4122-D8C3021AD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21F71-D7CF-2B2D-6284-ACCA7AF4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9F302-0B2E-16C1-AD21-D4891B8D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62DD-3C23-2F20-28F9-E5FDEEA3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47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C588-D577-87B4-F9FF-2F904F9F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6DF5-D0CE-8BB7-4091-D8814A247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6FD90-E43C-EFF3-7691-FC44C108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AAE73-BCD7-1A9D-FF78-D4B8542D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030A-6198-118D-A213-D651BE8A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16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E86F-33E3-FEF3-DBC8-35BCFCF6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DA8E2-47B0-8BE5-EAF6-D276C2C11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E0A6-B5BF-9CA8-25F0-B10C7FB1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550EC-A03D-DE62-C93F-53E5811E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02BB8-01F0-4C81-80BD-F147AC79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73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FA0F-32F6-F61D-5EFB-D91445EA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B211-5D0C-2B4E-DB01-16E087456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9E12C-0212-75B8-2ACA-EC1ACEA69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26D44-BD10-A13D-389A-AFBA7DE1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64547-39F4-0914-5196-116E3B1E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AC855-AAA9-9D6E-E976-1B1C375C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61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8BB5-F3F7-7BA7-11A0-1CBC5BE4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B68E5-F8B5-CFA9-87B6-53A6AA3D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86712-0617-FCD6-C6EC-B2EB5D13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83CE9-17E1-A8D9-8CA3-8EA06C438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E976F-8816-A10E-4A2A-969ABCAF1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1E2AA-3F63-CB98-1360-1D491796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BF4FB-CE47-6AB5-DE28-F36C2665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77892-FB1D-FC7E-0546-AB4E5758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0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F279-30B2-9009-F6A0-80B08603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4F73D-8B7A-7753-734D-E8BF8C68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2E413-28F0-3F04-1D65-AFEED6AB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B80ED-2AE6-A500-2800-31D71A96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12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19EE5-0D10-0C12-7394-1129ED87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0995D-66D9-7714-E158-74730074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76B7D-541E-0D48-75AA-FBBF65D5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82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F1B0-E247-9A26-29CB-F57B1AA3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8A97B-BB80-43B3-321C-34F4445BB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CFD40-0BE2-812F-70FC-1BD68A7C8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FBAE6-7BE7-BAFB-E679-6780BE3D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7E773-AD6E-0C57-C25F-ACE235AB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38B07-AF42-600B-B771-BA503622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22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FDF8-BF42-C4C8-FC47-2650625E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D486A-43C9-B55D-9F1F-149C31ED8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6BD44-50C9-8447-F113-BA5200FEA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D7C0-0432-1DDE-ABC7-9FB4515C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5D3E-2712-798A-0AA9-21F0694C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B9971-606A-078A-39EF-93A12D39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321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99281-6B92-D7FC-D258-2F025181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0F215-8CA5-D02D-F507-105A29D66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6DF06-E13C-6822-F271-71446D62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5257-6E3D-D7AF-7BFE-BF9ECA5B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43ACB-4677-CE3C-6F2D-661C5213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40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F7F98-D4E4-746D-4EF0-6BA4FCACE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111F0-494E-FBA1-A969-67485177B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61027-57DD-EF81-954D-B6566871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71296-EB24-632B-520F-59869669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D97E5-A457-AC1C-43FD-3B329683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77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1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49891-4044-26B6-D1D7-02B54820F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8D217-0D34-3462-EEDF-4FFFA21D4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C37AD-472B-8678-E783-FE608E953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D0FEA-61EE-4ED6-B3B5-74C8AAD049F3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ED7EE-BF7A-F82B-2638-3FB9B9AA6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BCE0-7439-85DF-BDD9-CD4F667FB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F30EF-632A-41A8-B87E-77B2BFDDFA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25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0F79-0AE1-547E-C097-F2FD30B6C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343" y="1122363"/>
            <a:ext cx="10221685" cy="2387600"/>
          </a:xfrm>
        </p:spPr>
        <p:txBody>
          <a:bodyPr>
            <a:normAutofit/>
          </a:bodyPr>
          <a:lstStyle/>
          <a:p>
            <a:r>
              <a:rPr lang="de-DE" sz="7200" b="1" dirty="0">
                <a:solidFill>
                  <a:srgbClr val="EE852F"/>
                </a:solidFill>
                <a:latin typeface="Montserrat" panose="00000500000000000000" pitchFamily="2" charset="0"/>
              </a:rPr>
              <a:t>Fakenews-Simulator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E495B-3958-02C2-C880-983C34041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Montserrat" panose="00000500000000000000" pitchFamily="2" charset="0"/>
              </a:rPr>
              <a:t>in Bezug auf soziale Medien</a:t>
            </a:r>
          </a:p>
        </p:txBody>
      </p:sp>
    </p:spTree>
    <p:extLst>
      <p:ext uri="{BB962C8B-B14F-4D97-AF65-F5344CB8AC3E}">
        <p14:creationId xmlns:p14="http://schemas.microsoft.com/office/powerpoint/2010/main" val="114563844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0CC0-3BCE-6985-DF25-46714AA8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6065-AE37-BDDB-E2DD-CB7B403D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EE852F"/>
                </a:solidFill>
                <a:latin typeface="Montserrat" panose="00000500000000000000" pitchFamily="2" charset="0"/>
              </a:rPr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9EFD4-630C-4570-E441-4576DFBFD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Desinformationen verbreiten sich besonders in sozialen Medien sehr schnell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Überprüfung von diesen Inhalten kommt oft zu spät und/oder es wird ihnen nicht geglaubt 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Spannungsfeld Content-Moderation: Freiheit vs. Wahrheit</a:t>
            </a:r>
          </a:p>
          <a:p>
            <a:endParaRPr lang="de-DE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2071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AD6B-9AFE-8F5B-DDDB-482C1081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6BAF-1FF0-0C26-8A19-FDB4BEB8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EE852F"/>
                </a:solidFill>
                <a:latin typeface="Montserrat" panose="00000500000000000000" pitchFamily="2" charset="0"/>
              </a:rPr>
              <a:t>Fragestellung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A734-4D25-D7C7-0CF3-45FA530B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6406"/>
            <a:ext cx="10515600" cy="18287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sz="3200" dirty="0">
                <a:solidFill>
                  <a:schemeClr val="bg1"/>
                </a:solidFill>
                <a:latin typeface="Montserrat" panose="00000500000000000000" pitchFamily="2" charset="0"/>
              </a:rPr>
              <a:t>Unter welchen Bedingungen kann Content-Moderation die Verbreitung von Desinformationen in sozialen Medien wirksam begrenzen? </a:t>
            </a:r>
          </a:p>
        </p:txBody>
      </p:sp>
    </p:spTree>
    <p:extLst>
      <p:ext uri="{BB962C8B-B14F-4D97-AF65-F5344CB8AC3E}">
        <p14:creationId xmlns:p14="http://schemas.microsoft.com/office/powerpoint/2010/main" val="41684079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DA85-3CD5-A7BF-4DD6-6D42F338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0970-A460-C079-0E7C-F04F857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EE852F"/>
                </a:solidFill>
                <a:latin typeface="Montserrat" panose="00000500000000000000" pitchFamily="2" charset="0"/>
              </a:rPr>
              <a:t>Grundidee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BC89D-2A8C-CD35-6189-0EEF70D74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soziales Netzwerk besteht aus Knoten (= Accounts)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Zwei Typen von Accounts: User und InfluencerInnen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User: Knoten mit wenigen Verbindungen zu anderen Knoten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InfluencerInnen: Knoten mit vielen Verbindungen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Deutlich mehr User als InfluencerInnen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DE" dirty="0">
                <a:solidFill>
                  <a:schemeClr val="bg1"/>
                </a:solidFill>
                <a:latin typeface="Montserrat" panose="00000500000000000000" pitchFamily="2" charset="0"/>
              </a:rPr>
              <a:t> vereinfachte Darstellung typischer Social-Media-Strukturen</a:t>
            </a:r>
          </a:p>
        </p:txBody>
      </p:sp>
    </p:spTree>
    <p:extLst>
      <p:ext uri="{BB962C8B-B14F-4D97-AF65-F5344CB8AC3E}">
        <p14:creationId xmlns:p14="http://schemas.microsoft.com/office/powerpoint/2010/main" val="74001301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B3EB-9EE2-CD99-EE70-82930D20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D888-5522-E255-D8D6-9EA48634B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157" y="2884592"/>
            <a:ext cx="10221685" cy="1088816"/>
          </a:xfrm>
        </p:spPr>
        <p:txBody>
          <a:bodyPr>
            <a:normAutofit/>
          </a:bodyPr>
          <a:lstStyle/>
          <a:p>
            <a:r>
              <a:rPr lang="de-DE" sz="7200" b="1" dirty="0">
                <a:solidFill>
                  <a:srgbClr val="EE852F"/>
                </a:solidFill>
                <a:latin typeface="Montserrat" panose="00000500000000000000" pitchFamily="2" charset="0"/>
              </a:rPr>
              <a:t>Parameter</a:t>
            </a:r>
          </a:p>
        </p:txBody>
      </p:sp>
    </p:spTree>
    <p:extLst>
      <p:ext uri="{BB962C8B-B14F-4D97-AF65-F5344CB8AC3E}">
        <p14:creationId xmlns:p14="http://schemas.microsoft.com/office/powerpoint/2010/main" val="395614947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8882-9ECF-11F0-D580-548712A3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EE852F"/>
                </a:solidFill>
                <a:latin typeface="Montserrat" panose="00000500000000000000" pitchFamily="2" charset="0"/>
              </a:rPr>
              <a:t>Technische Informationen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2959-2992-2600-6BA9-C11BDD94A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umgesetzt in Python 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DE" dirty="0">
                <a:solidFill>
                  <a:schemeClr val="bg1"/>
                </a:solidFill>
                <a:latin typeface="Montserrat" panose="00000500000000000000" pitchFamily="2" charset="0"/>
              </a:rPr>
              <a:t> Vorteil: umfangreiche Bibliotheken, die die Umsetzung erleichtern</a:t>
            </a:r>
          </a:p>
          <a:p>
            <a:pPr>
              <a:lnSpc>
                <a:spcPct val="150000"/>
              </a:lnSpc>
            </a:pPr>
            <a:r>
              <a:rPr lang="de-DE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Pydantic</a:t>
            </a: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: Datenvalidierung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Typer: eigene CLI-Befehle</a:t>
            </a:r>
          </a:p>
          <a:p>
            <a:pPr>
              <a:lnSpc>
                <a:spcPct val="150000"/>
              </a:lnSpc>
            </a:pP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Pandas: Visualisierung der Simulationsergebnisse</a:t>
            </a:r>
          </a:p>
          <a:p>
            <a:pPr>
              <a:lnSpc>
                <a:spcPct val="150000"/>
              </a:lnSpc>
            </a:pPr>
            <a:r>
              <a:rPr lang="de-DE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NetworkX</a:t>
            </a:r>
            <a:r>
              <a:rPr lang="de-DE" sz="2400" dirty="0">
                <a:solidFill>
                  <a:schemeClr val="bg1"/>
                </a:solidFill>
                <a:latin typeface="Montserrat" panose="00000500000000000000" pitchFamily="2" charset="0"/>
              </a:rPr>
              <a:t>: Erzeugung des Netzwerkes</a:t>
            </a:r>
          </a:p>
          <a:p>
            <a:pPr marL="0" indent="0">
              <a:lnSpc>
                <a:spcPct val="150000"/>
              </a:lnSpc>
              <a:buNone/>
            </a:pPr>
            <a:endParaRPr lang="de-DE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8803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0F82-F433-BA8C-472E-FD5103B2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FBEF-FE33-139C-A1F2-AA3A21640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157" y="2884592"/>
            <a:ext cx="10221685" cy="1088816"/>
          </a:xfrm>
        </p:spPr>
        <p:txBody>
          <a:bodyPr>
            <a:normAutofit/>
          </a:bodyPr>
          <a:lstStyle/>
          <a:p>
            <a:r>
              <a:rPr lang="de-DE" sz="7200" b="1" dirty="0">
                <a:solidFill>
                  <a:srgbClr val="EE852F"/>
                </a:solidFill>
                <a:latin typeface="Montserrat" panose="00000500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321349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ABF54-848E-390F-7BF4-56F411E9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7BBF-112B-E4CB-27A2-01F82655D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157" y="2486092"/>
            <a:ext cx="10221685" cy="1885816"/>
          </a:xfrm>
        </p:spPr>
        <p:txBody>
          <a:bodyPr>
            <a:normAutofit fontScale="90000"/>
          </a:bodyPr>
          <a:lstStyle/>
          <a:p>
            <a:r>
              <a:rPr lang="de-DE" sz="7200" b="1" dirty="0">
                <a:solidFill>
                  <a:srgbClr val="EE852F"/>
                </a:solidFill>
                <a:latin typeface="Montserrat" panose="00000500000000000000" pitchFamily="2" charset="0"/>
              </a:rPr>
              <a:t>Vielen Dank für die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1078606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Montserrat</vt:lpstr>
      <vt:lpstr>Office Theme</vt:lpstr>
      <vt:lpstr>Fakenews-Simulator</vt:lpstr>
      <vt:lpstr>Problem &amp; Motivation</vt:lpstr>
      <vt:lpstr>Fragestellung</vt:lpstr>
      <vt:lpstr>Grundidee</vt:lpstr>
      <vt:lpstr>Parameter</vt:lpstr>
      <vt:lpstr>Technische Informationen</vt:lpstr>
      <vt:lpstr>Demo</vt:lpstr>
      <vt:lpstr>Vielen Dank für die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iesh Herberigs</dc:creator>
  <cp:lastModifiedBy>Ross iesh Herberigs</cp:lastModifiedBy>
  <cp:revision>1</cp:revision>
  <dcterms:created xsi:type="dcterms:W3CDTF">2026-07-01T09:37:28Z</dcterms:created>
  <dcterms:modified xsi:type="dcterms:W3CDTF">2026-07-07T10:12:47Z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0b3cc57-ad54-4613-8228-62b95826f463_Enabled">
    <vt:lpwstr>true</vt:lpwstr>
  </property>
  <property fmtid="{D5CDD505-2E9C-101B-9397-08002B2CF9AE}" pid="3" name="MSIP_Label_20b3cc57-ad54-4613-8228-62b95826f463_SetDate">
    <vt:lpwstr>2026-07-01T10:56:54Z</vt:lpwstr>
  </property>
  <property fmtid="{D5CDD505-2E9C-101B-9397-08002B2CF9AE}" pid="4" name="MSIP_Label_20b3cc57-ad54-4613-8228-62b95826f463_Method">
    <vt:lpwstr>Standard</vt:lpwstr>
  </property>
  <property fmtid="{D5CDD505-2E9C-101B-9397-08002B2CF9AE}" pid="5" name="MSIP_Label_20b3cc57-ad54-4613-8228-62b95826f463_Name">
    <vt:lpwstr>defa4170-0d19-0005-0004-bc88714345d2</vt:lpwstr>
  </property>
  <property fmtid="{D5CDD505-2E9C-101B-9397-08002B2CF9AE}" pid="6" name="MSIP_Label_20b3cc57-ad54-4613-8228-62b95826f463_SiteId">
    <vt:lpwstr>c81b6223-c223-4518-968a-8b0a0419d697</vt:lpwstr>
  </property>
  <property fmtid="{D5CDD505-2E9C-101B-9397-08002B2CF9AE}" pid="7" name="MSIP_Label_20b3cc57-ad54-4613-8228-62b95826f463_ActionId">
    <vt:lpwstr>6c6e70fa-34b3-4150-8cf2-36810d286e4b</vt:lpwstr>
  </property>
  <property fmtid="{D5CDD505-2E9C-101B-9397-08002B2CF9AE}" pid="8" name="MSIP_Label_20b3cc57-ad54-4613-8228-62b95826f463_ContentBits">
    <vt:lpwstr>0</vt:lpwstr>
  </property>
  <property fmtid="{D5CDD505-2E9C-101B-9397-08002B2CF9AE}" pid="9" name="MSIP_Label_20b3cc57-ad54-4613-8228-62b95826f463_Tag">
    <vt:lpwstr>10, 3, 0, 1</vt:lpwstr>
  </property>
</Properties>
</file>